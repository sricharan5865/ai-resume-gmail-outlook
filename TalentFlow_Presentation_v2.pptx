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657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</a:defRPr>
            </a:pPr>
            <a:r>
              <a:t>TALENTFLOW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t>Next-Generation AI Recruitment &amp; RAG Sourcing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Summary: Redefining Talent Acquisition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01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Smart Sourcing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Automatically reads incoming resume attachments from email and extracts text from low-contrast scans using Python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Semantic Matching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Scores and ranks candidates against natural-language Job Descriptions using vector search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03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Audited Reliability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Eliminates AI hallucinations mathematically using a programmatic experience safety filter.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WHY WE BUILT TALENTFLOW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943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7185"/>
                </a:solidFill>
              </a:defRPr>
            </a:pPr>
            <a:r>
              <a:t>Recruiters are drowning in administrative tasks, missing out on top talent.</a:t>
            </a:r>
          </a:p>
          <a:p>
            <a:pPr>
              <a:spcBef>
                <a:spcPts val="2500"/>
              </a:spcBef>
              <a:defRPr sz="1800">
                <a:solidFill>
                  <a:srgbClr val="FFFFFF"/>
                </a:solidFill>
              </a:defRPr>
            </a:pPr>
            <a:r>
              <a:t>1. Extreme Pre-Screening Volume: Recruiters spend hours manually filtering hundreds of unqualified resumes.</a:t>
            </a:r>
            <a:br/>
            <a:br/>
            <a:r>
              <a:t>2. Legacy ATS Keyword Traps: Traditional systems miss highly qualified candidates simply because they use synonyms instead of exact keywords.</a:t>
            </a:r>
            <a:br/>
            <a:br/>
            <a:r>
              <a:t>3. AI Deficits &amp; Hallucinations: Standard LLMs fail at basic date math (e.g. evaluating 'Present' roles) leading to critical false-negative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KEYWORD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Keyword Trap: Legacy ATS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LEGACY KEYWORD FILTERS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Rigid and Non-Intuitive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Syntactic Matching: Rejects candidates who use synonyms instead of exact keywords.</a:t>
            </a:r>
            <a:br/>
            <a:r>
              <a:t>• Keyword Stuffing: Unqualified candidates game the system by pasting hidden keywords in their CV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TALENTFLOW SEMANTIC RAG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Conceptual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Vector Embeddings: Understands core concepts, related technical packages, and equivalent roles natively.</a:t>
            </a:r>
            <a:br/>
            <a:r>
              <a:t>• Intent-Based Queries: Search matches are returned based on what recruiters *mean*, not just specific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RELIABILITY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AI Deficit: LLM Hallucinations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7185"/>
                </a:solidFill>
              </a:defRPr>
            </a:pPr>
            <a:r>
              <a:t>Raw LLMs are not enough for secure, accurate enterprise recruitment.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Static Context: LLMs don't know 'today's date' natively. They miscalculate durations for roles ending in 'Present'.</a:t>
            </a:r>
            <a:br/>
            <a:r>
              <a:t>• Syntactic Math Failures: AI models fail to compute sum timelines properly, flagging a candidate with 8 years of experience as missing a '5+ years' requirement.</a:t>
            </a:r>
            <a:br/>
            <a:r>
              <a:t>• Structural Failures: Raw completions truncate output or fail to return valid JSON parser schemas.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HOW WE SOLVE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Solution: Resilient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C55E"/>
                </a:solidFill>
              </a:defRPr>
            </a:pPr>
            <a:r>
              <a:t>The TalentFlow Command Center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• Automated Pipeline: Sourcing, reading, and parsing directly from emails.</a:t>
            </a:r>
            <a:br/>
            <a:r>
              <a:t>• Semantic RAG Matching: Discovers intent and actual skills rather than raw keywords.</a:t>
            </a:r>
            <a:br/>
            <a:r>
              <a:t>• Programmatic Guardrails: Math-backed safety filters correct AI timeline hallucinations.</a:t>
            </a:r>
          </a:p>
        </p:txBody>
      </p:sp>
      <p:pic>
        <p:nvPicPr>
          <p:cNvPr id="6" name="Picture 5" descr="media__1783665147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INGESTION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Hybrid Ingestion &amp; OCR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Manual Portal Upload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Recruiters upload standard PDF resumes directly. Node-Multer manages secure disk upload storage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Scheduled Email Sourcing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Cron scheduler loops (Gmail/Outlook) pull CV attachments automatically, categorizing them using AI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Python OCR Fallback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Scanned or low-contrast PDFs trigger Python routines (OpenCV preprocessing, PyMuPDF, and Tesseract-OCR) to capture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AI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Semantic RAG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VECTOR REPRESENTATIONS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Embedding &amp; Indexing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Semantic Vector Indexing: Translates parsed resume descriptions into high-dimensional vector representations.</a:t>
            </a:r>
            <a:br/>
            <a:r>
              <a:t>• Contextual Matching: Identifies candidates based on experience definitions, not just literal keyword spelling.</a:t>
            </a:r>
          </a:p>
        </p:txBody>
      </p:sp>
      <p:pic>
        <p:nvPicPr>
          <p:cNvPr id="6" name="Picture 5" descr="media__1783665147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SAFETY INTERCEPTOR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Algorithmic Safety Filters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C55E"/>
                </a:solidFill>
              </a:defRPr>
            </a:pPr>
            <a:r>
              <a:t>Curing LLM Hallucinations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• Safety Layer Interception: Overrides LLM outputs using local Javascript date-math functions on candidate history arrays.</a:t>
            </a:r>
            <a:br/>
            <a:r>
              <a:t>• Dynamic Experience Alignment: Mathematically confirms timeline values (e.g. if timeline equals 8 years, auto-moves '5+ years' requirement to 'Matches').</a:t>
            </a:r>
            <a:br/>
            <a:r>
              <a:t>• Recruiter Validation: Ensures zero false negatives, preventing valid candidates from being hidden from recruiter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PIPELINE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Pipeline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Inbox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New applications gathered from email and portals.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Shortlist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Candidates matching key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Interview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Scheduled and mapped in recruiter 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Offered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Pre-screened and approved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A3AF"/>
                </a:solidFill>
              </a:defRPr>
            </a:pPr>
            <a:r>
              <a:t>Rejected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Archived files with clear reasons.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PRE-SCREEN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Double Question Banks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HR PRE-SCREENING ASSISTANT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14 Standardized HR Questions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First 7: Standardized screening questions automatically prepended.</a:t>
            </a:r>
            <a:br/>
            <a:r>
              <a:t>• Last 7: Dynamic, AI-generated questions tailored to the candidate's specific background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TECHNICAL KNOWLEDGE AUDIT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Custom Tech Q&amp;A Panel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Experience-Specific: Focuses on frameworks, databases, and architectures listed in their candidate profile.</a:t>
            </a:r>
            <a:br/>
            <a:r>
              <a:t>• On-Demand Refresh: A single click triggers backend regeneration, refreshing questions directly.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DATA SANITY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Duplicate Candidate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1. Update Details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Overwrites existing database values and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Delete &amp; Re-Import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Deletes existing candidate profile, runs fresh parse.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3. Delete Only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Deletes existing candidate profile and halts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A3AF"/>
                </a:solidFill>
              </a:defRPr>
            </a:pPr>
            <a:r>
              <a:t>4. Cancel Sourcing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Discards temp uploaded file, keeping DB intact.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 &amp; Governance: Role-Based Access Control</a:t>
            </a:r>
          </a:p>
        </p:txBody>
      </p:sp>
      <p:pic>
        <p:nvPicPr>
          <p:cNvPr id="4" name="Picture 3" descr="media__17836651476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Architecture &amp;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React.js, Vite, Vanilla CSS (HUD glassmorphic layout), Lucide icons, DOM state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BACKEND &amp; DATABASE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Node.js, Express.js REST API, MongoDB Atlas, Node-Scheduler, Multer file upload.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AI ENGINES &amp; OCR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google/gemini-2.5-flash, local Ollama integrations, Python OCR Subsystem (OpenCV, PyMuPDF, Tesseract-OCR).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ROI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Business Value: ROI &amp; Metric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2C55E"/>
                </a:solidFill>
              </a:defRPr>
            </a:pPr>
            <a:r>
              <a:t>-90%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Screening Overhead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Eliminates administrative burden, moving candidates from upload to first contact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6366F1"/>
                </a:solidFill>
              </a:defRPr>
            </a:pPr>
            <a:r>
              <a:t>+80%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Matching Accuracy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Semantic vector queries prevent qualified candidates from being rejected by legacy keyword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Reliability Guarantee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Algorithmic safety filters eliminate date-math mistakes and LLM hallucinations.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657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Empowering Recruitment Teams with Accurate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